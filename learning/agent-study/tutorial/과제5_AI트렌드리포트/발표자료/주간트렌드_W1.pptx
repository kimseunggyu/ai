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주간 AI 트렌드 보고서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| 2026-03-02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테크팀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트렌드 3줄 요약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6400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"크게 만들기"에서 "잘 쓰기"로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 모델(SLM)과 엣지 AI 부상. 비용 절감과 실시간 처리가 새로운 경쟁력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6400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774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에이전트가 실제 돈을 움직이기 시작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880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 Bank·Visa 자율 결제 파일럿 성공. 에이전트 커머스 시대 개막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6400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576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1,000억$ 인프라 투자 + 규제 본격화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대규모 반도체·컴퓨팅 투자와 EU·영국 AI 규제가 동시 진행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뉴스 TOP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704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에이전트, 금융 거래 자율 처리 성공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481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CEO Blog | 2026-03-01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7556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금융·커머스 AI 에이전트 통합이 필수가 될 전망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4505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인프라 투자 1,000억$ 시대 개막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Fladgate | 2026-02-04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035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클라우드 비용 상승 대비 인프라 전략 재검토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05156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730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 모델이 대세로 — AI 실용주의 전환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041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TechCrunch | 2026-01-02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315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SLM 전환 검토 시점. 비용·속도 동시 개선 가능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트렌드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성숙도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 / 엣지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비용·지연시간 우위로 실용 배포 가속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성장기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에이전트 / 초에이전트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복수 모델 조합. 금융 자율 업무 파일럿 성공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초기→성장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저장소 인텔리전스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코드 맥락 이해하는 개발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의료진단 / 신약개발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진단 정확도 85.5%, 신약개발 비용 절감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성장기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시장 트렌드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377440" cy="20116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$500B+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자본지출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빅테크 AI 인프라 투자 전례 없는 규모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20116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Micron 반도체 공장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뉴욕에 착공. AI 칩 공급 확대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377440" cy="201168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88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$10B+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OpenAI-Cerebras 계약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286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컴퓨팅 인프라 장기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 압력 증가 — OpenAI·Anthropic 수익 목표 달성 여부가 산업 전체 투자 심리를 좌우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경쟁사 동향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확보 + 수익화 가속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097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Cerebras $10B+ 계약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57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057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공격적 인수 + 서비스 AI 통합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DeepMind 다수 기업 인수, YouTube AI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F4F6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17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개발도구 + 의료·과학 다각화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저장소 인텔리전스, 의료 AI 85.5%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977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977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엔터프라이즈 AI 아키텍처 리더십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초에이전트 개념 주도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액션 아이템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에이전트 아키텍처 역량 확보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SLM/엣지 AI 전환 가능성 검토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3월 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AI 규제 컴플라이언스 점검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법무팀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저장소 인텔리전스 도입 검토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오픈소스 AI 파이프라인 구축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다음 주 관전 포인트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7680960" cy="868680"/>
          </a:xfrm>
          <a:prstGeom prst="rect">
            <a:avLst/>
          </a:prstGeom>
          <a:solidFill>
            <a:srgbClr val="2A337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361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OpenAI·Anthropic 분기 실적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901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산업 전체 투자 심리를 좌우할 핵심 지표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868680"/>
          </a:xfrm>
          <a:prstGeom prst="rect">
            <a:avLst/>
          </a:prstGeom>
          <a:solidFill>
            <a:srgbClr val="2A337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56032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33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규제 샌드박스 최종 확정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유럽 시장 진출 기업에 직접 영향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solidFill>
            <a:srgbClr val="2A337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65760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307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커머스 후속 확장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096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 Bank·Visa 파일럿 이후 본격 상용화 여부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테크팀 | 자동 생성 보고서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 AI 트렌드 보고서 - W1</dc:title>
  <dc:subject>PptxGenJS Presentation</dc:subject>
  <dc:creator>AI 테크팀</dc:creator>
  <cp:lastModifiedBy>AI 테크팀</cp:lastModifiedBy>
  <cp:revision>1</cp:revision>
  <dcterms:created xsi:type="dcterms:W3CDTF">2026-03-02T13:11:52Z</dcterms:created>
  <dcterms:modified xsi:type="dcterms:W3CDTF">2026-03-02T13:11:52Z</dcterms:modified>
</cp:coreProperties>
</file>